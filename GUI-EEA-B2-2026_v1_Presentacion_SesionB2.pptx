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358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03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de IA Aplicada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B2 · Plantillas, Logo Institucional e Imágenes con 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· Académico  ·  90 minutos  ·  Elite Expert Academy  ·  TEM-EEA-001-2026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32720" y="5212080"/>
            <a:ext cx="1005840" cy="1005840"/>
          </a:xfrm>
          <a:prstGeom prst="ellipse">
            <a:avLst/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238" y="547359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Instructora: Liliana Bayona Castañeda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E2D6B"/>
                </a:solidFill>
              </a:rPr>
              <a:t>OBJETIVO DE LA SESIÓN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teoría al material listo para usar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just"/>
            <a:endParaRPr lang="es-PE" sz="280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esta sesión, cada participante tendrá un formato propio con el logo de Elite Expert Academy aplicado, una imagen generada con IA lista para su próxima clase, y sabrá replicar ambos procesos de forma independiente.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960120" y="4114800"/>
            <a:ext cx="822960" cy="82296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432877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+ logo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343400" y="37490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663440" y="4114800"/>
            <a:ext cx="822960" cy="82296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410" y="43287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con IA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8046720" y="37490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8366760" y="4114800"/>
            <a:ext cx="822960" cy="82296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0730" y="43287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PPT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E2D6B"/>
                </a:solidFill>
              </a:rPr>
              <a:t>APERTURA · 10 MIN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seguir: ¿qué usaron de NotebookLM?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rápida — 1 minuto por persona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Tatiana — ¿lo usó para algún cronograma o resumen esta semana?</a:t>
            </a:r>
            <a:endParaRPr lang="en-US" sz="2400" dirty="0"/>
          </a:p>
          <a:p>
            <a:pPr marL="342900" indent="-342900" algn="just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— ¿lo aplicó en algún documento de traspaso a Comercial?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 — ¿lo probó con material de alguna docente?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754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i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cerramos el ciclo de material didáctico: plantillas con el logo de EEA e imágenes generadas con IA para tus clases.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E2D6B"/>
                </a:solidFill>
              </a:rPr>
              <a:t>CASO REAL · CLASE III DE KAREN (DERMAPEN)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estándar que ya existe en la academia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34861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800"/>
          </a:p>
        </p:txBody>
      </p:sp>
      <p:sp>
        <p:nvSpPr>
          <p:cNvPr id="5" name="Text 3"/>
          <p:cNvSpPr/>
          <p:nvPr/>
        </p:nvSpPr>
        <p:spPr>
          <a:xfrm>
            <a:off x="868680" y="201774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612101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 con gancho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1834861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800"/>
          </a:p>
        </p:txBody>
      </p:sp>
      <p:sp>
        <p:nvSpPr>
          <p:cNvPr id="8" name="Text 6"/>
          <p:cNvSpPr/>
          <p:nvPr/>
        </p:nvSpPr>
        <p:spPr>
          <a:xfrm>
            <a:off x="4617720" y="201774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17720" y="2612101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semanal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38160" y="1834861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800"/>
          </a:p>
        </p:txBody>
      </p:sp>
      <p:sp>
        <p:nvSpPr>
          <p:cNvPr id="11" name="Text 9"/>
          <p:cNvSpPr/>
          <p:nvPr/>
        </p:nvSpPr>
        <p:spPr>
          <a:xfrm>
            <a:off x="8366760" y="201774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66760" y="2612101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y materiales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3839933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800"/>
          </a:p>
        </p:txBody>
      </p:sp>
      <p:sp>
        <p:nvSpPr>
          <p:cNvPr id="14" name="Text 12"/>
          <p:cNvSpPr/>
          <p:nvPr/>
        </p:nvSpPr>
        <p:spPr>
          <a:xfrm>
            <a:off x="868680" y="40228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68680" y="4617173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técnico del protocolo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0" y="3839933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800"/>
          </a:p>
        </p:txBody>
      </p:sp>
      <p:sp>
        <p:nvSpPr>
          <p:cNvPr id="17" name="Text 15"/>
          <p:cNvSpPr/>
          <p:nvPr/>
        </p:nvSpPr>
        <p:spPr>
          <a:xfrm>
            <a:off x="4617720" y="40228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17720" y="4617173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teórica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38160" y="3839933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800"/>
          </a:p>
        </p:txBody>
      </p:sp>
      <p:sp>
        <p:nvSpPr>
          <p:cNvPr id="20" name="Text 18"/>
          <p:cNvSpPr/>
          <p:nvPr/>
        </p:nvSpPr>
        <p:spPr>
          <a:xfrm>
            <a:off x="8366760" y="40228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66760" y="4617173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con marca EEA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5C842"/>
                </a:solidFill>
              </a:rPr>
              <a:t>BLOQUE 1 · 25 MIN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y formatos con IA + logo institucional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la estructura de la Clase III como base (6 partes).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 la IA que genere el formato reemplazando el contenido por el tuyo.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37947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el logo de EEA en la portada y el cierre.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47548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formato como plantilla reutilizable para tu rol.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Tatiana → ficha de cronograma  ·  Ingrid → documento comercial-académico  ·  Alba → ficha de clase para docentes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E2D6B"/>
                </a:solidFill>
              </a:rPr>
              <a:t>BLOQUE 2 · 25 MIN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imágenes con IA para apoyo de clases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/>
        </p:spPr>
        <p:txBody>
          <a:bodyPr/>
          <a:lstStyle/>
          <a:p>
            <a:pPr algn="just"/>
            <a:endParaRPr lang="es-PE" sz="320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pPr algn="just"/>
            <a:endParaRPr lang="es-PE" sz="32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1899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imágenes directamente en el chat. Rápido para ideas sueltas.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/>
        </p:spPr>
        <p:txBody>
          <a:bodyPr/>
          <a:lstStyle/>
          <a:p>
            <a:pPr algn="just"/>
            <a:endParaRPr lang="es-PE" sz="3200"/>
          </a:p>
        </p:txBody>
      </p:sp>
      <p:sp>
        <p:nvSpPr>
          <p:cNvPr id="10" name="Shape 7"/>
          <p:cNvSpPr/>
          <p:nvPr/>
        </p:nvSpPr>
        <p:spPr>
          <a:xfrm>
            <a:off x="6446520" y="2011680"/>
            <a:ext cx="685800" cy="68580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pPr algn="just"/>
            <a:endParaRPr lang="es-PE" sz="32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21899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(IA)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6446520" y="2697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la imagen generada directo en la diapositiva, con el logo ya aplicado.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21B3A"/>
          </a:solidFill>
          <a:ln/>
        </p:spPr>
        <p:txBody>
          <a:bodyPr/>
          <a:lstStyle/>
          <a:p>
            <a:pPr algn="just"/>
            <a:endParaRPr lang="es-PE" sz="2800"/>
          </a:p>
        </p:txBody>
      </p:sp>
      <p:sp>
        <p:nvSpPr>
          <p:cNvPr id="15" name="Shape 11"/>
          <p:cNvSpPr/>
          <p:nvPr/>
        </p:nvSpPr>
        <p:spPr>
          <a:xfrm>
            <a:off x="960120" y="4251960"/>
            <a:ext cx="685800" cy="685800"/>
          </a:xfrm>
          <a:prstGeom prst="ellipse">
            <a:avLst/>
          </a:prstGeom>
          <a:solidFill>
            <a:srgbClr val="C8434E"/>
          </a:solidFill>
          <a:ln/>
        </p:spPr>
        <p:txBody>
          <a:bodyPr/>
          <a:lstStyle/>
          <a:p>
            <a:pPr algn="just"/>
            <a:endParaRPr lang="es-PE" sz="28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428" y="44302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2062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importante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828800" y="457200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generada con IA es apoyo visual y decorativo. Nunca debe usarse como referencia técnica exacta de un procedimiento estético — mapeos, profundidades o protocolos siguen viniendo del contenido validado por la docente.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E2D6B"/>
                </a:solidFill>
              </a:rPr>
              <a:t>BLOQUE 3 · 15 MIN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en PowerPoint / Slides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005840" y="2286000"/>
            <a:ext cx="914400" cy="91440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28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286000"/>
            <a:ext cx="8869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diapositiva base (con el logo ya aplicado del Bloque 1).</a:t>
            </a:r>
            <a:endParaRPr lang="en-US" sz="2400" dirty="0"/>
          </a:p>
          <a:p>
            <a:pPr marL="342900" indent="-342900" algn="just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la imagen generada con IA del Bloque 2.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tamaño y posición sin tapar texto ni el logo.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como plantilla lista para tu próxima clase.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127101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5015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5C842"/>
                </a:solidFill>
              </a:rPr>
              <a:t>CIERRE · 10 MIN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281591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Kahoot de repaso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15249" y="3749039"/>
            <a:ext cx="10267720" cy="822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mixtas de B1 (NotebookLM) y B2 (plantillas, logo, imágenes con IA)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472623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PIN: [ por confirmar ]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E2D6B"/>
                </a:solidFill>
              </a:rPr>
              <a:t>ÚLTIMA SESIÓN DEL GRUPO 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 de satisfacción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829570" y="2286000"/>
            <a:ext cx="914400" cy="91440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pPr algn="just"/>
            <a:endParaRPr lang="es-PE" sz="28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31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285999"/>
            <a:ext cx="8961120" cy="1246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minutos. Al ser la última sesión de Grupo B, además de evaluar la sesión de hoy, incluye 1-2 preguntas abiertas sobre el programa completo: Sesión 0 + B1 + B2.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94560" y="3852599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Forms: [ enlace por confirmar ]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1943" y="1122618"/>
            <a:ext cx="914400" cy="91440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87" y="136036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 de cierre para Alba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920240" y="1783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recomendaciones — se entrega al cierre.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909223" y="2672142"/>
            <a:ext cx="411480" cy="41148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32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208" y="2779127"/>
            <a:ext cx="197510" cy="197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49303" y="2653854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herramientas tecnológicas por función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1909223" y="3312222"/>
            <a:ext cx="411480" cy="41148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32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208" y="3419207"/>
            <a:ext cx="197510" cy="1975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49303" y="3293934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estructura de clase con rúbrica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1909223" y="3952302"/>
            <a:ext cx="411480" cy="41148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32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208" y="4059287"/>
            <a:ext cx="197510" cy="1975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549303" y="3934014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plantillas ya usadas (cronograma histórico de Canva)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estas tres sesiones. Elite Expert Academy — Grupo Académico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587</Words>
  <Application>Microsoft Macintosh PowerPoint</Application>
  <PresentationFormat>Panorámica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B2 · Taller de IA Aplicada · Elite Expert Academy</dc:title>
  <dc:subject>PptxGenJS Presentation</dc:subject>
  <dc:creator>Liliana Bayona Castañeda</dc:creator>
  <cp:lastModifiedBy>Liliana Bayona</cp:lastModifiedBy>
  <cp:revision>4</cp:revision>
  <dcterms:created xsi:type="dcterms:W3CDTF">2026-07-03T03:44:54Z</dcterms:created>
  <dcterms:modified xsi:type="dcterms:W3CDTF">2026-07-03T04:42:39Z</dcterms:modified>
</cp:coreProperties>
</file>